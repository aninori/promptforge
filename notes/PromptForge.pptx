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it answers code questions for free on your own machine, and writes better prompts for the paid AI when you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correction from rehearsal: nobody pastes files anymore — agents read the repo themselves. The cost is that every internal step the agent takes (searching, opening files, retrying) is billed. That is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jobs in plain words: free local answers for questions, and one optimized prompt for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a real screenshot before presenting. The two examples show the two jobs from the previous slide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technical terms in one italic footnote for anyone who asks; the four steps are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score-table slide. One idea only: search preferred docs over code, we measured it, we fixed it, 0 to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honesty rules plus the approval step. Emphasize: you always click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message: we don't guess, we test. The model-choice story is now told without model names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 framing: the baseline is not pasting files — it is the paid agent exploring the repo on billed steps. PromptForge does the exploration free and hands over a map. Step counts on the left are illustrative; label them as such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 plain words: security for teams, multiple projects, easy install. No CVE-style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 offer — for a hackathon, seeing it run beats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858000" cy="6858000"/>
          </a:xfrm>
          <a:prstGeom prst="ellipse">
            <a:avLst/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PromptForge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codebase assistant that runs on your own machine.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questions about your code for free — and when you need Copilot,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you a better prompt so you get the right answer on the first try.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472184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0060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76856" y="4800600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76856" y="4800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21608" y="480060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48006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never leaves your machine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480060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48006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VS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your paid AI does expensive busywork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Copilot and Claude Code read your project themselves — but every step they take is billed.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questions burn quota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function do?” costs the same premium request as a real coding task. Half of what developers ask all day is simple questions — and each one spends paid credits.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quota spent on questions a free model could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asks make the agent wander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“the upload is broken, fix it”, the agent has to hunt: it searches your repo, opens file after file, tries a fix, retries. Every one of those internal steps is part of a billed request.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65760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0" y="3657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90688" y="365760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96528" y="3657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97696" y="365760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fix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03536" y="36576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04704" y="365760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4704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4133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= billed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task, many paid steps and retries.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PromptForge fixes both — by doing the repo-reading part for free, on your machine.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PromptForge does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type. It figures out which kind of help you need.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520440"/>
          </a:xfrm>
          <a:prstGeom prst="roundRect">
            <a:avLst>
              <a:gd name="adj" fmla="val 2338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29968"/>
            <a:ext cx="457200" cy="457200"/>
          </a:xfrm>
          <a:prstGeom prst="ellipse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your question — free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function do?”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login handled?”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relevant code in your project and answers using a free AI model running on your own computer. No subscription used, nothing sent to the cloud.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3520440"/>
          </a:xfrm>
          <a:prstGeom prst="roundRect">
            <a:avLst>
              <a:gd name="adj" fmla="val 2338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02996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 optimized prompt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upload times out on large files”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coding tasks, it builds a clear, detailed prompt for Copilot — with the right files named and the goal spelled out. You review it, click Approve, and the paid AI gets it right the first time.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answered locally for free.      Task → one great prompt instead of four bad ones.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 in VS Code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the chat panel you already use — nothing new to learn.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@promptforge  what does parse_x12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a clear answer, with links to the exact files and lines it came from — in a few seconds, for free.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881360" cy="2286000"/>
          </a:xfrm>
          <a:prstGeom prst="roundRect">
            <a:avLst>
              <a:gd name="adj" fmla="val 36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@promptforge  the upload times out on large files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a ready-to-send prompt for Copilot — the problem described precisely, the two relevant files named — with buttons: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5257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5257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5257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explain 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14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to Copilot until you click Approve.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in four steps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on your machine, in a few seconds.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your codebase once and builds a searchable index. Updates automatically when files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9981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9626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question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1012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figures out whether you asked a question or described a task, and cleans up the wording.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69664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325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right 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37997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searches the index and picks only the handful of files that actually matter — not everything.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9262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3951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39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51023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or writes the prompt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4498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get answered on the spot. Tasks become an optimized prompt for Copilot, waiting for your approval.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hybrid search (meaning + exact names), an import map of your project, and a quality re-ranker.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part: finding code, not just words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— and fixed — a real weakness in how AI search works.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wrong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models are trained on web pages, so they prefer nicely-written text. Asked about a button's behaviour, ours kept returning documentation files — and zero actual code.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was ranked above the code that does the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it, then changed the ranking so real code and documentation are weighed fairly, and capped how many documentation files can appear in a result.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test question, the number of real code files returned went from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→  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the tool finds the wrong code, every answer built on it is wrong too.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never makes things up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prompt sends Copilot in the wrong direction — so honesty is built in as rules.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the problem,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guesses the cause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said “the upload is broken”, the prompt says exactly that and asks Copilot to investigate — it doesn't invent a diagnosis.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05740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states what it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point 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0288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prompt must come from your message or your actual code. If something wasn't specified, it says “not specified”.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82880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205740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names tools that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aren't in your project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66176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versions guessed at libraries you weren't using. Now a tool is only mentioned if it literally appears in your code.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919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always have the final say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2669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waits for your click: Approve to send it, Refine to adjust it, or “just explain it” to get an answer instead. Nothing goes to Copilot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 Here's what we measured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real project: 52 files, about 18,000 lines of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 sec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and index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project, first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sec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84448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 the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files 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sec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a brand-new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0848" y="19385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70848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something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answered before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069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detail we're proud of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internal checks decides whether your message is about your code at all. When we tested a small, fast AI model on that job, it wrongly rejected 2 out of 12 genuine questions — telling a developer “that's off-topic” when it wasn't. So for that one job we use a stronger model, which got 13 out of 13 right. Everywhere else, the small fast models are fine.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savings come from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— both about keeping the paid AI's meter from running.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4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stops wandering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ask — agent explores on your quota: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761488"/>
            <a:ext cx="713232" cy="384048"/>
          </a:xfrm>
          <a:prstGeom prst="roundRect">
            <a:avLst>
              <a:gd name="adj" fmla="val 14286"/>
            </a:avLst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6148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billed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PromptForge — files already named, goal spelled out: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0120" y="395020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PromptForge already did the searching and reading — locally, for free — and put the answers in the prompt.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paid requests overall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83680" y="2569464"/>
            <a:ext cx="182880" cy="182880"/>
          </a:xfrm>
          <a:prstGeom prst="ellipse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28163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locally — the paid agent is never called at all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3346704"/>
            <a:ext cx="182880" cy="182880"/>
          </a:xfrm>
          <a:prstGeom prst="ellipse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questions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593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from memory, instantly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123944"/>
            <a:ext cx="182880" cy="182880"/>
          </a:xfrm>
          <a:prstGeom prst="ellipse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43708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precise prompt instead of several vague attempts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 of PromptForge itself: $0 per query.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free, open models on your own computer.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take it next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built for one developer on one machine. Here's the path forward.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39112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391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8928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end-to-end in VS Code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011680" y="22402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local answers, optimized prompts, approval buttons, live index that follows your edits.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0896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962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Team-ready security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11680" y="33101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and access control so one shared PromptForge server can safely serve a whole team.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7880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7880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0325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projects at once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011680" y="437997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holds one project at a time. We'll let it index many projects side by side without mixing them up.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9262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0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48656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31415E"/>
          </a:solidFill>
          <a:ln w="12700">
            <a:solidFill>
              <a:srgbClr val="314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4865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5102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install for everyone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011680" y="544982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extension to a company app store so teammates get it — and its updates —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743200"/>
            <a:ext cx="6858000" cy="6858000"/>
          </a:xfrm>
          <a:prstGeom prst="ellipse">
            <a:avLst/>
          </a:prstGeom>
          <a:solidFill>
            <a:srgbClr val="FDE9D0"/>
          </a:solidFill>
          <a:ln w="12700">
            <a:solidFill>
              <a:srgbClr val="FDE9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2286000"/>
            <a:ext cx="5486400" cy="5486400"/>
          </a:xfrm>
          <a:prstGeom prst="ellipse">
            <a:avLst/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PromptForge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answers about your own code.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for the AI you pay for.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approve everything before it goes out.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demo it live.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PromptForge — Hackathon</dc:title>
  <dc:subject>PptxGenJS Presentation</dc:subject>
  <dc:creator>PromptForge</dc:creator>
  <cp:lastModifiedBy>PromptForge</cp:lastModifiedBy>
  <cp:revision>1</cp:revision>
  <dcterms:created xsi:type="dcterms:W3CDTF">2026-08-04T15:49:30Z</dcterms:created>
  <dcterms:modified xsi:type="dcterms:W3CDTF">2026-08-04T15:49:30Z</dcterms:modified>
</cp:coreProperties>
</file>